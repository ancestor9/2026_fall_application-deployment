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8"/>
  </p:notesMasterIdLst>
  <p:handoutMasterIdLst>
    <p:handoutMasterId r:id="rId49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283" r:id="rId20"/>
    <p:sldId id="1301" r:id="rId21"/>
    <p:sldId id="1302" r:id="rId22"/>
    <p:sldId id="1278" r:id="rId23"/>
    <p:sldId id="1290" r:id="rId24"/>
    <p:sldId id="1303" r:id="rId25"/>
    <p:sldId id="1263" r:id="rId26"/>
    <p:sldId id="1265" r:id="rId27"/>
    <p:sldId id="1266" r:id="rId28"/>
    <p:sldId id="1268" r:id="rId29"/>
    <p:sldId id="1267" r:id="rId30"/>
    <p:sldId id="1269" r:id="rId31"/>
    <p:sldId id="1277" r:id="rId32"/>
    <p:sldId id="1272" r:id="rId33"/>
    <p:sldId id="1279" r:id="rId34"/>
    <p:sldId id="1292" r:id="rId35"/>
    <p:sldId id="1271" r:id="rId36"/>
    <p:sldId id="1291" r:id="rId37"/>
    <p:sldId id="1273" r:id="rId38"/>
    <p:sldId id="1274" r:id="rId39"/>
    <p:sldId id="1275" r:id="rId40"/>
    <p:sldId id="1276" r:id="rId41"/>
    <p:sldId id="1285" r:id="rId42"/>
    <p:sldId id="1293" r:id="rId43"/>
    <p:sldId id="285" r:id="rId44"/>
    <p:sldId id="286" r:id="rId45"/>
    <p:sldId id="287" r:id="rId46"/>
    <p:sldId id="288" r:id="rId4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283"/>
            <p14:sldId id="1301"/>
            <p14:sldId id="1302"/>
            <p14:sldId id="1278"/>
            <p14:sldId id="1290"/>
            <p14:sldId id="1303"/>
            <p14:sldId id="1263"/>
            <p14:sldId id="1265"/>
            <p14:sldId id="1266"/>
            <p14:sldId id="1268"/>
            <p14:sldId id="1267"/>
            <p14:sldId id="1269"/>
            <p14:sldId id="1277"/>
            <p14:sldId id="1272"/>
            <p14:sldId id="1279"/>
            <p14:sldId id="1292"/>
            <p14:sldId id="1271"/>
            <p14:sldId id="1291"/>
            <p14:sldId id="1273"/>
            <p14:sldId id="1274"/>
            <p14:sldId id="1275"/>
            <p14:sldId id="1276"/>
            <p14:sldId id="1285"/>
            <p14:sldId id="1293"/>
            <p14:sldId id="285"/>
            <p14:sldId id="286"/>
            <p14:sldId id="287"/>
            <p14:sldId id="28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-581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27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10" Type="http://schemas.openxmlformats.org/officeDocument/2006/relationships/image" Target="../media/image7.svg"/><Relationship Id="rId4" Type="http://schemas.openxmlformats.org/officeDocument/2006/relationships/image" Target="../media/image28.png"/><Relationship Id="rId9" Type="http://schemas.openxmlformats.org/officeDocument/2006/relationships/hyperlink" Target="https://en.wikipedia.org/wiki/Edge_(graph_theory)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062921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13299" y="1802604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(Linux)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51A44EDA-6546-C460-A540-066981071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16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4C71-CCA7-904E-5AD3-6DB3E516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70D1877-9404-2CC5-1F2D-0C27E6A35B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19A4B-0E0D-238F-EF7A-0F5BDE1A44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B9ECC5-AF6A-0EB3-8505-080581D81D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5F3E9670-79F0-BA69-1BA2-85611ABD2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AECABC7A-19CB-2A9F-A587-7CF14026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4E7D49-08E8-04CB-D1EF-EFE0C7602B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91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3B05-E42B-829B-2009-9BAE3BC8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CA6E837-9A86-E013-5C3E-992CDEEA77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EDD0B-C5D0-16A9-A849-3A0ADB69F0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BE07BF-B67F-C22B-4AFC-D07DDD4689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FB95610-35E4-1185-B08E-873728C26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FD2EEF-5C87-C8D2-096E-2547BBEC7600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5451900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F8D2-4E7E-7A4C-42AA-39ABB15B3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A18667-2CE4-F4F5-5432-A8AE1EC6E0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64CF6-6FE6-B89D-A008-AA52EBAD3E1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D39942-F723-6CAA-AFF3-04156238AF1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CA50D6-48F4-1643-D9CD-128EC84C3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201" y="2009775"/>
            <a:ext cx="10438823" cy="41898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BD8C3C-4345-0578-1F84-683FF5AD30AF}"/>
              </a:ext>
            </a:extLst>
          </p:cNvPr>
          <p:cNvSpPr txBox="1"/>
          <p:nvPr/>
        </p:nvSpPr>
        <p:spPr>
          <a:xfrm>
            <a:off x="532795" y="1334895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Docker.pptx</a:t>
            </a:r>
          </a:p>
        </p:txBody>
      </p:sp>
    </p:spTree>
    <p:extLst>
      <p:ext uri="{BB962C8B-B14F-4D97-AF65-F5344CB8AC3E}">
        <p14:creationId xmlns:p14="http://schemas.microsoft.com/office/powerpoint/2010/main" val="7639053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B7DFFE2F-DC25-3914-A692-9A10F9459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67A975D-EE24-9C89-6AD2-7654534A7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55D95AF-62B1-EB72-9748-CBE3F94F4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C24F9766-CA3B-E8B6-4104-DE031F764C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18329</TotalTime>
  <Words>2509</Words>
  <Application>Microsoft Office PowerPoint</Application>
  <PresentationFormat>와이드스크린</PresentationFormat>
  <Paragraphs>496</Paragraphs>
  <Slides>46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4" baseType="lpstr">
      <vt:lpstr>맑은 고딕</vt:lpstr>
      <vt:lpstr>Batang</vt:lpstr>
      <vt:lpstr>Arial</vt:lpstr>
      <vt:lpstr>D2Coding</vt:lpstr>
      <vt:lpstr>Segoe UI Emoji</vt:lpstr>
      <vt:lpstr>Sorts Mill Goudy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245</cp:revision>
  <dcterms:created xsi:type="dcterms:W3CDTF">2026-04-06T01:00:39Z</dcterms:created>
  <dcterms:modified xsi:type="dcterms:W3CDTF">2026-08-25T02:33:42Z</dcterms:modified>
  <cp:version/>
</cp:coreProperties>
</file>