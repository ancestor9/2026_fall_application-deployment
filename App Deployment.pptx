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82" r:id="rId9"/>
    <p:sldId id="1284" r:id="rId10"/>
    <p:sldId id="1289" r:id="rId11"/>
    <p:sldId id="1287" r:id="rId12"/>
    <p:sldId id="1283" r:id="rId13"/>
    <p:sldId id="1278" r:id="rId14"/>
    <p:sldId id="1290" r:id="rId15"/>
    <p:sldId id="1263" r:id="rId16"/>
    <p:sldId id="1265" r:id="rId17"/>
    <p:sldId id="1266" r:id="rId18"/>
    <p:sldId id="1268" r:id="rId19"/>
    <p:sldId id="1267" r:id="rId20"/>
    <p:sldId id="1269" r:id="rId21"/>
    <p:sldId id="1277" r:id="rId22"/>
    <p:sldId id="1272" r:id="rId23"/>
    <p:sldId id="1279" r:id="rId24"/>
    <p:sldId id="1292" r:id="rId25"/>
    <p:sldId id="1271" r:id="rId26"/>
    <p:sldId id="1291" r:id="rId27"/>
    <p:sldId id="1273" r:id="rId28"/>
    <p:sldId id="1274" r:id="rId29"/>
    <p:sldId id="1275" r:id="rId30"/>
    <p:sldId id="1276" r:id="rId31"/>
    <p:sldId id="1285" r:id="rId32"/>
    <p:sldId id="1293" r:id="rId33"/>
    <p:sldId id="285" r:id="rId34"/>
    <p:sldId id="286" r:id="rId35"/>
    <p:sldId id="287" r:id="rId36"/>
    <p:sldId id="288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82"/>
            <p14:sldId id="1284"/>
            <p14:sldId id="1289"/>
            <p14:sldId id="1287"/>
            <p14:sldId id="1283"/>
            <p14:sldId id="1278"/>
            <p14:sldId id="1290"/>
            <p14:sldId id="1263"/>
            <p14:sldId id="1265"/>
            <p14:sldId id="1266"/>
            <p14:sldId id="1268"/>
            <p14:sldId id="1267"/>
            <p14:sldId id="1269"/>
            <p14:sldId id="1277"/>
            <p14:sldId id="1272"/>
            <p14:sldId id="1279"/>
            <p14:sldId id="1292"/>
            <p14:sldId id="1271"/>
            <p14:sldId id="1291"/>
            <p14:sldId id="1273"/>
            <p14:sldId id="1274"/>
            <p14:sldId id="1275"/>
            <p14:sldId id="1276"/>
            <p14:sldId id="1285"/>
            <p14:sldId id="1293"/>
            <p14:sldId id="285"/>
            <p14:sldId id="286"/>
            <p14:sldId id="287"/>
            <p14:sldId id="28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4290-5233-2A8D-0A16-4E64C03F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9770C1-FF54-8602-A54B-D8779EC5B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52E5E5-DF2C-A44F-8DE2-6BEB2FFE0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595AB-F56E-ED7F-DE64-BF203EDC4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6957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namu.wiki/w/%ED%81%B4%EB%9D%BC%EC%9A%B0%EB%93%9C%20%EC%BB%B4%ED%93%A8%ED%8C%85" TargetMode="External"/><Relationship Id="rId3" Type="http://schemas.openxmlformats.org/officeDocument/2006/relationships/image" Target="../media/image4.svg"/><Relationship Id="rId7" Type="http://schemas.openxmlformats.org/officeDocument/2006/relationships/hyperlink" Target="https://namu.wiki/w/%EA%B0%9C%EB%B0%9C%ED%99%98%EA%B2%BD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GitHub/%EC%A0%80%EC%9E%A5%EC%86%8C" TargetMode="External"/><Relationship Id="rId5" Type="http://schemas.openxmlformats.org/officeDocument/2006/relationships/hyperlink" Target="https://namu.wiki/w/Visual%20Studio%20Code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namu.wiki/w/GitHub" TargetMode="External"/><Relationship Id="rId9" Type="http://schemas.openxmlformats.org/officeDocument/2006/relationships/hyperlink" Target="https://namu.wiki/w/%ED%86%B5%ED%95%A9%20%EA%B0%9C%EB%B0%9C%20%ED%99%98%EA%B2%BD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17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11" Type="http://schemas.openxmlformats.org/officeDocument/2006/relationships/image" Target="../media/image4.svg"/><Relationship Id="rId5" Type="http://schemas.openxmlformats.org/officeDocument/2006/relationships/hyperlink" Target="https://steemit.com/dag/@cryptodreamers/dag-dag-directed-acyclic-graph" TargetMode="External"/><Relationship Id="rId10" Type="http://schemas.openxmlformats.org/officeDocument/2006/relationships/image" Target="../media/image3.png"/><Relationship Id="rId4" Type="http://schemas.openxmlformats.org/officeDocument/2006/relationships/image" Target="../media/image18.png"/><Relationship Id="rId9" Type="http://schemas.openxmlformats.org/officeDocument/2006/relationships/hyperlink" Target="https://en.wikipedia.org/wiki/Edge_(graph_theory)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062921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/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998535" y="1618270"/>
            <a:ext cx="10669590" cy="4315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Apacher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Airflow Exercise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878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C490AD3-B633-77A2-962E-112FA748F0F3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24D958F-D16C-5178-6C8F-A599F69236B9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2420D4D-DA31-E310-FC0A-50A93617A394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F315E15-8AF7-F2BB-4235-F9D45DD1D680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635C91D-1BFF-C8A0-DA60-6186492A1C2F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33BFB23-DCA5-6077-FFB6-8DEE1C80BE39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2DB22CC-A7CD-3143-511B-53C1A3BB9045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CDF49D4-90F6-6D99-7AFE-FC2E3ADD8053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C668862-805F-08BE-B975-9EB2C457B59E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30FBF7CD-C25D-98B0-6113-A770661667EC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DC662CB6-4534-2557-6C87-9C5136DD1D90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1AC4C54-44AB-9BAE-33F2-CCB37B991F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6DDB8AC9-F0F1-60F5-4045-BD2501D0478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40EBC462-7655-1428-FCCA-E9AE18B37DB8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4445451-A8E8-2A96-A6D3-22558ACF3E01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AE036E7F-2A87-8273-73F3-E4592AC853B2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0718548C-6345-B322-3D67-2F427A63D5A1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AACD06F8-8BAF-DE14-86DE-4FF1AAB5CA79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A8868EC-73AA-FD19-8EF1-AEE2BD1ECA27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28FCDBE9-BFAD-B406-DCEA-C657868351C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DE2EFA66-D08B-5CED-85BB-E4FB77D58C9E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8A6E602D-0291-93C4-D7A7-CB5D32D6709F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A04E4FB-D1AB-F4F7-69B8-CF251AB9FD02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DE842D0-BE8F-1A14-9E29-366656FBC822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F97F74B5-635E-0B24-F26C-84F3353D30AF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424D7140-5201-BE64-0CFF-67E13476A135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08DCFFAA-15BE-71F5-EF42-B63F1C13B386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29F7035-7B73-C3E7-E712-3E215C8E8A40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F2216-E6DD-C354-8DE6-CD397973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6695B-1906-1CDF-ED81-479E0F93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git &amp; Install GitHub Desktop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74C4D4D-DEB1-B216-B574-1455BD02CA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1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729F7BBC-6E6E-5C2A-DE2F-22FB63D35014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69E89E3-85F7-2E53-86C2-FDB6547BDC43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B8366C9-9BC2-B6D1-E244-45D897DDFDD1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E998CE1D-CDBD-A877-F310-63909970A07B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681096C1-3099-779E-616A-7D58A22AC3F8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86584BC-4913-1B27-39C4-120B8B87BC3F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8C11175-ADAF-4210-D4EA-C985822C3CAE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2011A6F4-34EE-EEC1-737F-F61771234C32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3DF87D9-DE94-6DCD-0B97-B675BAA0F18A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354F225-8F05-858A-74C3-339292521549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0964FA6A-6157-59F2-50EF-CCD254764049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2DE06323-7CBD-C0BC-CA7C-F984609060FF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64003EB7-AD61-0E31-353A-64BB425C35E8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181C4D53-34C6-7F71-47B5-342D65266BCE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FA91471D-39BF-7E57-8C68-0D74C2501231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51CFCB54-9578-17B1-4BD5-BB47BA75FE55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60FD1C81-9EF9-E548-69E9-99BAEE5E4B79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D85BC-4D9F-B91C-3041-7AA66F21C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1257300" y="2103198"/>
            <a:ext cx="6096000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(Linux)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D33A-6D4F-7983-05F1-FD4213D10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B89909-E97F-29A7-E7F1-B9A29BB959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948C15-FDC3-711B-6FFF-DA3B587AFEE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6B74DF-A617-6F5B-B0F7-4B5F480EB6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573CE50D-45DD-A082-4E33-08CB3DE49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504A012-36C2-A0FE-73EA-163FFB056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6B67764-92A4-6371-4797-DBF149A811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51A44EDA-6546-C460-A540-066981071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16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F4C71-CCA7-904E-5AD3-6DB3E516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70D1877-9404-2CC5-1F2D-0C27E6A35B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619A4B-0E0D-238F-EF7A-0F5BDE1A44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B9ECC5-AF6A-0EB3-8505-080581D81D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F8339C8-7D95-0EEB-9627-D78A143F2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F3E9670-79F0-BA69-1BA2-85611ABD2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8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9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AECABC7A-19CB-2A9F-A587-7CF14026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4E7D49-08E8-04CB-D1EF-EFE0C7602B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918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3B05-E42B-829B-2009-9BAE3BC8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CA6E837-9A86-E013-5C3E-992CDEEA77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CEDD0B-C5D0-16A9-A849-3A0ADB69F0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BE07BF-B67F-C22B-4AFC-D07DDD4689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FB95610-35E4-1185-B08E-873728C26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FD2EEF-5C87-C8D2-096E-2547BBEC7600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5451900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BF8D2-4E7E-7A4C-42AA-39ABB15B3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A18667-2CE4-F4F5-5432-A8AE1EC6E0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964CF6-6FE6-B89D-A008-AA52EBAD3E1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2D39942-F723-6CAA-AFF3-04156238AF1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CA50D6-48F4-1643-D9CD-128EC84C3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201" y="2009775"/>
            <a:ext cx="10438823" cy="41898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BD8C3C-4345-0578-1F84-683FF5AD30AF}"/>
              </a:ext>
            </a:extLst>
          </p:cNvPr>
          <p:cNvSpPr txBox="1"/>
          <p:nvPr/>
        </p:nvSpPr>
        <p:spPr>
          <a:xfrm>
            <a:off x="532795" y="1334895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Docker.pptx</a:t>
            </a:r>
          </a:p>
        </p:txBody>
      </p:sp>
    </p:spTree>
    <p:extLst>
      <p:ext uri="{BB962C8B-B14F-4D97-AF65-F5344CB8AC3E}">
        <p14:creationId xmlns:p14="http://schemas.microsoft.com/office/powerpoint/2010/main" val="7639053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B7DFFE2F-DC25-3914-A692-9A10F94598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67A975D-EE24-9C89-6AD2-7654534A7AD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55D95AF-62B1-EB72-9748-CBE3F94F4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C24F9766-CA3B-E8B6-4104-DE031F764C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18226</TotalTime>
  <Words>1663</Words>
  <Application>Microsoft Office PowerPoint</Application>
  <PresentationFormat>와이드스크린</PresentationFormat>
  <Paragraphs>346</Paragraphs>
  <Slides>36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4" baseType="lpstr">
      <vt:lpstr>맑은 고딕</vt:lpstr>
      <vt:lpstr>Batang</vt:lpstr>
      <vt:lpstr>Arial</vt:lpstr>
      <vt:lpstr>D2Coding</vt:lpstr>
      <vt:lpstr>Segoe UI Emoji</vt:lpstr>
      <vt:lpstr>Sorts Mill Goudy</vt:lpstr>
      <vt:lpstr>Wingdings</vt:lpstr>
      <vt:lpstr>WelcomeDoc</vt:lpstr>
      <vt:lpstr>App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Install Visual Studio Code</vt:lpstr>
      <vt:lpstr>PowerPoint 프레젠테이션</vt:lpstr>
      <vt:lpstr>Client/Server Architecture</vt:lpstr>
      <vt:lpstr>Create your own github Create your own GitHub(Install git GitHub Desktop)</vt:lpstr>
      <vt:lpstr>PowerPoint 프레젠테이션</vt:lpstr>
      <vt:lpstr>PowerPoint 프레젠테이션</vt:lpstr>
      <vt:lpstr>Install git &amp; Install GitHub Desktop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242</cp:revision>
  <dcterms:created xsi:type="dcterms:W3CDTF">2026-04-06T01:00:39Z</dcterms:created>
  <dcterms:modified xsi:type="dcterms:W3CDTF">2026-08-24T21:10:45Z</dcterms:modified>
  <cp:version/>
</cp:coreProperties>
</file>