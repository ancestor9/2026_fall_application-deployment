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1138" r:id="rId3"/>
    <p:sldId id="1197" r:id="rId4"/>
    <p:sldId id="1136" r:id="rId5"/>
    <p:sldId id="1134" r:id="rId6"/>
    <p:sldId id="1175" r:id="rId7"/>
    <p:sldId id="1198" r:id="rId8"/>
    <p:sldId id="1174" r:id="rId9"/>
    <p:sldId id="1190" r:id="rId10"/>
    <p:sldId id="1199" r:id="rId11"/>
    <p:sldId id="1179" r:id="rId12"/>
    <p:sldId id="1177" r:id="rId13"/>
    <p:sldId id="1200" r:id="rId14"/>
    <p:sldId id="1176" r:id="rId15"/>
    <p:sldId id="1201" r:id="rId16"/>
    <p:sldId id="1194" r:id="rId17"/>
    <p:sldId id="1180" r:id="rId18"/>
    <p:sldId id="1195" r:id="rId19"/>
    <p:sldId id="1202" r:id="rId20"/>
    <p:sldId id="1191" r:id="rId21"/>
    <p:sldId id="1205" r:id="rId22"/>
    <p:sldId id="1204" r:id="rId23"/>
    <p:sldId id="1203" r:id="rId24"/>
    <p:sldId id="1192" r:id="rId25"/>
    <p:sldId id="1196" r:id="rId2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8"/>
            <p14:sldId id="1197"/>
            <p14:sldId id="1136"/>
            <p14:sldId id="1134"/>
            <p14:sldId id="1175"/>
            <p14:sldId id="1198"/>
            <p14:sldId id="1174"/>
            <p14:sldId id="1190"/>
            <p14:sldId id="1199"/>
            <p14:sldId id="1179"/>
            <p14:sldId id="1177"/>
            <p14:sldId id="1200"/>
            <p14:sldId id="1176"/>
            <p14:sldId id="1201"/>
            <p14:sldId id="1194"/>
            <p14:sldId id="1180"/>
            <p14:sldId id="1195"/>
            <p14:sldId id="1202"/>
            <p14:sldId id="1191"/>
            <p14:sldId id="1205"/>
            <p14:sldId id="1204"/>
            <p14:sldId id="1203"/>
            <p14:sldId id="1192"/>
            <p14:sldId id="119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8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2026-10-16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2DCF-E209-5E1D-F4C0-E83F517F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CF864D-5D6E-E237-F258-6F30F14D7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9CE08E-E2A6-D868-052D-D6C4F5FF4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6E60D-50A8-5F2B-FC76-B4B7017BC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990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C9C3-9D2E-9A83-D2CC-B1F7200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2C4C4-B0D9-496E-1EC0-22E0DC36C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A0055F-7056-4333-CFA6-75E232D6A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B027CA-E5A9-21F6-AFBE-E15628660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11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626E-04AC-4E78-6B6B-77F49CEE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99BEBE-32FC-DDB9-8260-CB03630B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5E7D73-ADE0-4FD2-922C-457F56A8B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0A86B7-2DED-F386-C486-82BE58C58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63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F4F9-D91D-738D-8B19-BCED4064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089F59-C9CC-9330-F476-A8F672D31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B3CBCB-E744-6C34-6567-0D374D73A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614DED-F4BF-ECEE-0213-CEF562F7E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5466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8FD0-CF5D-7B94-7A33-EDA330E9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11C88A-65B0-18DE-A0E6-E691BC309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8D6A5F-233A-673D-DC85-D56DDF84E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14EB1-065D-69C4-C163-17B5F2546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242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BFBE-3B74-759E-DCA1-70D953D5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8C2FC7-0193-A425-C661-3C053CD53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D60011-94BE-D76D-BCCD-988A95FD2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8358F-E7CD-36B2-27D4-409925959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397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2026-10-16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2026-10-16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data-type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eus.com/partition-master/file-system.html?srsltid=AU7gw4UwDvmsRAe2Yk4dnwlgJ5fjRWyjaWdId_Ie_9RbpTScXABnmdLB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9/library/io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eksforgeeks.org/system-design/buffering-in-streaming-services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bs-rcs.github.io/sql-novice-survey/01-select/index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qlite3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quests.readthedocs.io/en/latest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1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Fundamentals with </a:t>
            </a:r>
            <a:r>
              <a:rPr lang="en-US" altLang="ko-KR" sz="4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3E3F8-C9F6-B196-98B4-3CC4BD8CE8BE}"/>
              </a:ext>
            </a:extLst>
          </p:cNvPr>
          <p:cNvSpPr txBox="1"/>
          <p:nvPr/>
        </p:nvSpPr>
        <p:spPr>
          <a:xfrm>
            <a:off x="542406" y="1743722"/>
            <a:ext cx="11173949" cy="389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Vectorized String Operations : Text Mining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NLP(Natural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Language Processing)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자연어 처리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LLM(Large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Language Model)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Langraph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Runnable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Agent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3858-ABCE-E3FC-5BB5-2012CB5E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52A29-3F90-39AC-EA89-F0720B9FC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827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E1F9-333C-ABDF-A6E4-EC294224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FEC1E1-D4CF-BEB2-D53C-A629B27514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Data Types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D48C704-DBD9-6458-3BAC-861029B383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Python-Data-Types">
            <a:extLst>
              <a:ext uri="{FF2B5EF4-FFF2-40B4-BE49-F238E27FC236}">
                <a16:creationId xmlns:a16="http://schemas.microsoft.com/office/drawing/2014/main" id="{89BDCD2D-83EF-29D7-8799-686F42E426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33D198-1E64-13EC-5190-CB9993127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54" y="1638048"/>
            <a:ext cx="9404292" cy="43246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574CED-2293-4858-F231-9E0230D65932}"/>
              </a:ext>
            </a:extLst>
          </p:cNvPr>
          <p:cNvSpPr txBox="1"/>
          <p:nvPr/>
        </p:nvSpPr>
        <p:spPr>
          <a:xfrm>
            <a:off x="1241454" y="6029110"/>
            <a:ext cx="89883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https://www.geeksforgeeks.org/python/python-data-types/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3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1080-7482-4F78-0B32-9350845B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BF09144-883D-B590-22EC-22EF912283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Python data &amp; operation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1F31756-78E0-AA2D-572F-B2871DBFED5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760EA4-541F-3043-FD11-7F9E48F2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55" y="1828595"/>
            <a:ext cx="11415090" cy="346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3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D023-F53F-4650-32C3-A3E47D1E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4A0B4-204C-4B04-D099-3709214F69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D0D691-F47A-D83B-C436-9C2EAD0BC1FC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Big Data Types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E7551DB-678E-55B6-47B0-FF64EAD7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E28EDC-9514-15E5-27CD-514E3D4CF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89" y="1425249"/>
            <a:ext cx="10412921" cy="423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D85EE5-FB41-26A0-6C99-96C3A555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3" y="1681334"/>
            <a:ext cx="10371207" cy="281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406B33B-3DF6-570D-A649-AAFACA49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2" y="1425249"/>
            <a:ext cx="10495381" cy="445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25C6496-A99B-8125-F439-9659D19EC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2" y="1443106"/>
            <a:ext cx="10495381" cy="196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77571E4-3E84-D0D4-9ECF-87118AB6C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01" y="3409625"/>
            <a:ext cx="10495381" cy="306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31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C93E-C932-0411-9F3B-F92F9E932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BB4A8-E9D4-06C0-AA56-D174202C1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CPU, Memory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85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1B5-3293-2582-E79C-68BA83E5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250D206-0CCD-0BDF-2BFE-C27CAAA217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3E9A3F-7661-A1B5-BEEC-C07088F8474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컴퓨터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CPU, Memory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5BCE8C-DE81-A0E1-0670-31CF7BCD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at does ram do">
            <a:extLst>
              <a:ext uri="{FF2B5EF4-FFF2-40B4-BE49-F238E27FC236}">
                <a16:creationId xmlns:a16="http://schemas.microsoft.com/office/drawing/2014/main" id="{666E946E-EA27-8E58-45B6-6E0D509FE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457" y="1571625"/>
            <a:ext cx="6953250" cy="464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A simplified, high-level infographic based on &lt;IMAGE_0&gt;, explaining computer CPU and memory structure with reduced complexity. The overall layout is simplified into three primary, vertically-stacked panels, moving away from the complex sub-sections. The dark theme and clean aesthetic are retained. The main title remains at the top in large Korean text: &quot;컴퓨터의 CPU 및 메모리 구조&quot;.&#10;&#10;The complex details like hex addresses (e.g., 0x9fa288) and detailed ALU internal register blocks are removed.&#10;&#10;Panel 1 (Top): &quot;OBJECT CREATION &amp; LITERAL REUSE&quot; (Korean: 객체 생성 및 리터럴 재사용)&#10;- On the left, a clean, single code box contains: `a = 100` and `b = 100`.&#10;- Center diagram: A simplified Symbol Table (Name, Reference columns) shows 'a' and 'b'. A simplified RAM block is shown, divided simply into 'LITERAL POOL' and 'HEAP'.&#10;- Interaction: Two distinct arrows point from 'a' and 'b' in the Symbol Table to a single, clean block in the Literal Pool containing the value '100'. Address labels are gone. A brief Korean text caption says: &quot;동일한 객체(100)를 가리킴&quot; (Point to the same object (100)).&#10;&#10;Panel 2 (Middle): &quot;CPU OPERATION &amp; NEW OBJECT&quot; (Korean: CPU 연산 및 새 객체 생성)&#10;- On the left, a clean, single code box contains: `c = a + b`.&#10;- Center diagram: A simplified CPU icon (a clean, stylized chip icon with an ALU symbol, without complex register details). Symbol Table showing 'a' and 'b'. A simplified RAM block with 'HEAP' containing '100' and a new '200'.&#10;- Interaction: Arrows show data being &quot;fetched&quot; from 'a' and 'b' values in RAM to the CPU. A single clear arrow from the CPU shows &quot;result creation&quot; writing a new '200' object to a new location in the RAM HEAP. An arrow points from 'c' in the Symbol Table to this new '200' object. Address labels are gone. A brief Korean text caption says: &quot;연산 후 새로운 객체(200)가 Heap에 생성됨&quot; (After calculation, a new object (200) is created in the Heap).&#10;&#10;Panel 3 (Bottom): &quot;FINAL MEMORY MAP&quot; (Korean: 최종 메모리 맵)&#10;- On the left, a concise code box summarizes: `a = 100`, `b = 100`, `c = a + b`.&#10;- Center diagram: A highly simplified, clean map showing Symbol Table (a, b, c) and RAM (Object 100, Object 200).&#10;- Interaction: Clear, bold arrows: `a` -&gt; `100`, `b` -&gt; `100`, `c` -&gt; `200`. No address labels.&#10;- Conclusion: A brief, clear Korean text caption says: &quot;a와 b의 주소는 동일, c의 주소는 고유함&quot; (Addresses of a and b are identical, address of c is unique).&#10;&#10;All text is rendered in clean, legible fonts, with large headings and minimal explanatory text. The code boxes are clean, and diagrams use simplified, symbolic elements. Multiple `print(hex(id(...)))` outputs are removed, focusing only on the final variable relations. The entire composition is less visually dense and more intuitive., AI generated, AI로 생성">
            <a:extLst>
              <a:ext uri="{FF2B5EF4-FFF2-40B4-BE49-F238E27FC236}">
                <a16:creationId xmlns:a16="http://schemas.microsoft.com/office/drawing/2014/main" id="{7757DAB7-EB7B-6460-E624-356865D096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70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C45E-E5D9-4310-7199-AFF9FFE5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AFB0C3B-69C3-58CD-5931-A2DD5B1167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D6F950-0E78-E7E2-3955-D8089A8C5D98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컴퓨터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CPU, Memory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2477EB0-3DF9-137D-C951-5CFE5242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A simplified, high-level infographic based on &lt;IMAGE_0&gt;, explaining computer CPU and memory structure with reduced complexity. The overall layout is simplified into three primary, vertically-stacked panels, moving away from the complex sub-sections. The dark theme and clean aesthetic are retained. The main title remains at the top in large Korean text: &quot;컴퓨터의 CPU 및 메모리 구조&quot;.&#10;&#10;The complex details like hex addresses (e.g., 0x9fa288) and detailed ALU internal register blocks are removed.&#10;&#10;Panel 1 (Top): &quot;OBJECT CREATION &amp; LITERAL REUSE&quot; (Korean: 객체 생성 및 리터럴 재사용)&#10;- On the left, a clean, single code box contains: `a = 100` and `b = 100`.&#10;- Center diagram: A simplified Symbol Table (Name, Reference columns) shows 'a' and 'b'. A simplified RAM block is shown, divided simply into 'LITERAL POOL' and 'HEAP'.&#10;- Interaction: Two distinct arrows point from 'a' and 'b' in the Symbol Table to a single, clean block in the Literal Pool containing the value '100'. Address labels are gone. A brief Korean text caption says: &quot;동일한 객체(100)를 가리킴&quot; (Point to the same object (100)).&#10;&#10;Panel 2 (Middle): &quot;CPU OPERATION &amp; NEW OBJECT&quot; (Korean: CPU 연산 및 새 객체 생성)&#10;- On the left, a clean, single code box contains: `c = a + b`.&#10;- Center diagram: A simplified CPU icon (a clean, stylized chip icon with an ALU symbol, without complex register details). Symbol Table showing 'a' and 'b'. A simplified RAM block with 'HEAP' containing '100' and a new '200'.&#10;- Interaction: Arrows show data being &quot;fetched&quot; from 'a' and 'b' values in RAM to the CPU. A single clear arrow from the CPU shows &quot;result creation&quot; writing a new '200' object to a new location in the RAM HEAP. An arrow points from 'c' in the Symbol Table to this new '200' object. Address labels are gone. A brief Korean text caption says: &quot;연산 후 새로운 객체(200)가 Heap에 생성됨&quot; (After calculation, a new object (200) is created in the Heap).&#10;&#10;Panel 3 (Bottom): &quot;FINAL MEMORY MAP&quot; (Korean: 최종 메모리 맵)&#10;- On the left, a concise code box summarizes: `a = 100`, `b = 100`, `c = a + b`.&#10;- Center diagram: A highly simplified, clean map showing Symbol Table (a, b, c) and RAM (Object 100, Object 200).&#10;- Interaction: Clear, bold arrows: `a` -&gt; `100`, `b` -&gt; `100`, `c` -&gt; `200`. No address labels.&#10;- Conclusion: A brief, clear Korean text caption says: &quot;a와 b의 주소는 동일, c의 주소는 고유함&quot; (Addresses of a and b are identical, address of c is unique).&#10;&#10;All text is rendered in clean, legible fonts, with large headings and minimal explanatory text. The code boxes are clean, and diagrams use simplified, symbolic elements. Multiple `print(hex(id(...)))` outputs are removed, focusing only on the final variable relations. The entire composition is less visually dense and more intuitive., AI generated, AI로 생성">
            <a:extLst>
              <a:ext uri="{FF2B5EF4-FFF2-40B4-BE49-F238E27FC236}">
                <a16:creationId xmlns:a16="http://schemas.microsoft.com/office/drawing/2014/main" id="{099DE19C-23D9-41AA-1D26-0544C623A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63E994-02EC-C2C6-1E5B-BE71A260C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386" y="1308010"/>
            <a:ext cx="4134427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3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930F-1480-3CDD-9FB9-F39B0FAF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18F45-F899-C890-E59B-93B4C81AF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4305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F582-995D-B077-3821-89957D89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69C495-9356-EFB9-DC93-FF7872C542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File system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BA49B87-2E35-58F0-6854-5FF4FBAC592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1E503E-334C-1099-3C6C-D3BD900E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72" y="1952386"/>
            <a:ext cx="7183047" cy="3781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ABF418-A541-04E9-D4F1-1F8F27F6FE2C}"/>
              </a:ext>
            </a:extLst>
          </p:cNvPr>
          <p:cNvSpPr txBox="1"/>
          <p:nvPr/>
        </p:nvSpPr>
        <p:spPr>
          <a:xfrm>
            <a:off x="2561773" y="5851334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https://www.easeus.com/partition-master/file-system.html?srsltid=AU7gw4UwDvmsRAe2Yk4dnwlgJ5fjRWyjaWdId_Ie_9RbpTScXABnmdLB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694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7EFF-5A00-FBF1-5D65-D64C6EE7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532BC0-E8A1-E9D6-7E99-829F4947E07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 – core tools for working with streams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361BBF-D211-A6F9-113F-C00B034B219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FD0C82-1F2B-30B2-1B50-82E340EB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87" y="2041135"/>
            <a:ext cx="9486900" cy="4086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9C2415-F842-616A-A9E9-FBE9AFA534AF}"/>
              </a:ext>
            </a:extLst>
          </p:cNvPr>
          <p:cNvSpPr txBox="1"/>
          <p:nvPr/>
        </p:nvSpPr>
        <p:spPr>
          <a:xfrm>
            <a:off x="475645" y="14601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https://docs.python.org/3.9/library/io.html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364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1D0C-708D-F46D-1D29-98F41EA8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C37C7-26AE-5759-3663-120F953A7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stream, buffer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212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A781-0F92-C284-09BC-BBEB5667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91BC12-CE9B-3635-AB6A-9534F08047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B7F88E-6C64-73AD-BD66-85ED67548608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Stream &amp; Buffer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591E7B5-A2B1-5F59-678B-C9D350D4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7914BE-6F4A-729F-7DAA-ECAA44C0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94" y="2238209"/>
            <a:ext cx="5125165" cy="23815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0C2A68-860A-9DAC-3F84-FCD8BD91E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45" y="2238209"/>
            <a:ext cx="5734850" cy="18671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81DC2A-86ED-A129-8949-B6436C85D4E8}"/>
              </a:ext>
            </a:extLst>
          </p:cNvPr>
          <p:cNvSpPr txBox="1"/>
          <p:nvPr/>
        </p:nvSpPr>
        <p:spPr>
          <a:xfrm>
            <a:off x="475645" y="50951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https://www.geeksforgeeks.org/system-design/buffering-in-streaming-services/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751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DC371-4AAB-95AF-4EC8-183A409EC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76150-87B7-6141-A547-2582FBA5B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8463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73A8-67DB-1745-A101-CA89BFA9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78048E0-724F-5C75-F5B4-5CC8428B5BC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93AF26-D749-0B09-CD38-1CF35A9EE869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Database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F06AAC2-CEE6-27D3-6425-04ABF27E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FCA379-F0AE-1F87-281C-AC2EAE280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58" y="2210581"/>
            <a:ext cx="3286584" cy="30103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698379-D6E7-795A-3A4A-57FE90191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884" y="1441378"/>
            <a:ext cx="5053413" cy="47593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5294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ADE8-3EE6-8AEA-9249-2001DD67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C33D67-3D74-4492-EAF9-628C85EB8B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864F58-0517-04AC-22B0-0286F5CAD92E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SQL(Structured Query Language)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95AF9BF-BBF8-E943-7C15-1CE508F4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1D1F20-F820-B5B3-A213-5764134C2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76" y="2386012"/>
            <a:ext cx="7280549" cy="34683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722CCA-BFF3-E930-4811-9994FA41CB57}"/>
              </a:ext>
            </a:extLst>
          </p:cNvPr>
          <p:cNvSpPr txBox="1"/>
          <p:nvPr/>
        </p:nvSpPr>
        <p:spPr>
          <a:xfrm>
            <a:off x="625201" y="1725860"/>
            <a:ext cx="6210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spcAft>
                <a:spcPts val="750"/>
              </a:spcAft>
              <a:buNone/>
            </a:pPr>
            <a:r>
              <a:rPr lang="en-US" altLang="ko-KR" sz="2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SELECT family, personal FROM Person;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E2D3D-65F2-7744-9274-A442900AD771}"/>
              </a:ext>
            </a:extLst>
          </p:cNvPr>
          <p:cNvSpPr txBox="1"/>
          <p:nvPr/>
        </p:nvSpPr>
        <p:spPr>
          <a:xfrm>
            <a:off x="2558776" y="605285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https://hbs-rcs.github.io/sql-novice-survey/01-select/index.html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00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F208-E650-DB25-7C3D-F3484DD6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D307C71-C5CD-C976-5CFC-C73B1261D6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31E53FC-CF88-ED7B-6510-03DB007C257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sqlite3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3A09A72-7FFC-21C0-A132-EE927D50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969A78-85A1-DDB3-7033-8AD95088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897660"/>
            <a:ext cx="9182100" cy="40856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9C6E7E-1FA5-0B86-AA71-E00564973AA3}"/>
              </a:ext>
            </a:extLst>
          </p:cNvPr>
          <p:cNvSpPr txBox="1"/>
          <p:nvPr/>
        </p:nvSpPr>
        <p:spPr>
          <a:xfrm>
            <a:off x="625201" y="1388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https://docs.python.org/3/library/sqlite3.html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8643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195D-9A67-AF7F-AC1B-00037706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C5A87-EDCF-9E32-E7DA-F972F8C63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client - server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8956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F427-E7A1-9378-CBFE-2D02B954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60CB43-A126-4CE0-9CB6-D51186F262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15D3D-71C7-E345-80E2-75BF9E0E3636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client server architecture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2D0BB1-C0D4-D843-1A80-28C71547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lient / Server 란 무엇인가">
            <a:extLst>
              <a:ext uri="{FF2B5EF4-FFF2-40B4-BE49-F238E27FC236}">
                <a16:creationId xmlns:a16="http://schemas.microsoft.com/office/drawing/2014/main" id="{4A5023BD-6E81-501C-46FD-7839169E5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82544"/>
            <a:ext cx="67056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718A46-AD84-93E6-C2FB-F2B19AE6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161" y="5029060"/>
            <a:ext cx="2838729" cy="141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77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5F8F-C61C-9FE4-C9F0-2AB1066C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8F02E7-242A-8907-014A-0FB37A1A9F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05F82-C2F5-2AB5-DC58-EC801031AFD8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REST API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4B964D8-B859-58AD-ED3E-B1C651BC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rest-api">
            <a:extLst>
              <a:ext uri="{FF2B5EF4-FFF2-40B4-BE49-F238E27FC236}">
                <a16:creationId xmlns:a16="http://schemas.microsoft.com/office/drawing/2014/main" id="{3F796C49-2981-8C25-B872-38BA0B1990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6DC7AE-8BD7-B08B-5E1D-56E081002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83" y="1738074"/>
            <a:ext cx="8059434" cy="4300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8219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87DD-EB52-CACF-4253-276FCF43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266A5E-C2CC-D5AE-4060-19134CD59BA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506398-DF99-0D7E-2F56-F74DB02F8599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REST API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AD8C1-0737-4CB4-56BA-FE52AAA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rest-api">
            <a:extLst>
              <a:ext uri="{FF2B5EF4-FFF2-40B4-BE49-F238E27FC236}">
                <a16:creationId xmlns:a16="http://schemas.microsoft.com/office/drawing/2014/main" id="{02A684A8-8B97-19CD-3C72-4A92AB17F4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89680D7-954F-0347-0C62-6AB9136F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41" y="2129648"/>
            <a:ext cx="10571318" cy="2903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5089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BAEE-BAA2-1ABA-8FE0-355FAA2D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606D05-190B-363B-CB36-0A79151F5B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B48167-322B-D0E5-0F25-154E7FF93A59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C8E25D2-7A92-8395-F748-B1294028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B02E9F-272E-2544-D172-33DF8FD71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302" y="2005981"/>
            <a:ext cx="9541872" cy="261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243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5BE2-DDFD-0A53-8BD0-DD51E56C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02CF9E-5DBE-3806-7E98-C48478A62F9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2810EB-FD17-17E0-BD38-2F25012944F9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4C86B14-C4E7-F1D5-FDE7-98E128E8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476F568-6C39-4300-6BA6-6D1071CDE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07" y="1666875"/>
            <a:ext cx="95250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341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3DAC-B390-0721-08AB-BF0C8C0C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CFADD7-178D-5F51-E17F-3C5360040DA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CA2E95-351A-C3E6-9A25-17999AA3C260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requests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4F2CA61-5E63-39E1-44AA-CA625715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A66BA6-C0A3-17F3-F097-7DAA5DE0C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20" y="1810794"/>
            <a:ext cx="8954243" cy="4565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4C94F4-B300-1E96-272E-A1B2922572E1}"/>
              </a:ext>
            </a:extLst>
          </p:cNvPr>
          <p:cNvSpPr txBox="1"/>
          <p:nvPr/>
        </p:nvSpPr>
        <p:spPr>
          <a:xfrm>
            <a:off x="532795" y="13449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https://requests.readthedocs.io/en/latest/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9039341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13435</TotalTime>
  <Words>239</Words>
  <Application>Microsoft Office PowerPoint</Application>
  <PresentationFormat>와이드스크린</PresentationFormat>
  <Paragraphs>67</Paragraphs>
  <Slides>25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D2Coding</vt:lpstr>
      <vt:lpstr>맑은 고딕</vt:lpstr>
      <vt:lpstr>Batang</vt:lpstr>
      <vt:lpstr>Arial</vt:lpstr>
      <vt:lpstr>Lora</vt:lpstr>
      <vt:lpstr>Times New Roman</vt:lpstr>
      <vt:lpstr>Wingdings</vt:lpstr>
      <vt:lpstr>WelcomeDoc</vt:lpstr>
      <vt:lpstr>CHAPERT 1 LLM Fundamentals with LangChain</vt:lpstr>
      <vt:lpstr>PowerPoint 프레젠테이션</vt:lpstr>
      <vt:lpstr>Python</vt:lpstr>
      <vt:lpstr>PowerPoint 프레젠테이션</vt:lpstr>
      <vt:lpstr>PowerPoint 프레젠테이션</vt:lpstr>
      <vt:lpstr>PowerPoint 프레젠테이션</vt:lpstr>
      <vt:lpstr>CPU, Memory</vt:lpstr>
      <vt:lpstr>PowerPoint 프레젠테이션</vt:lpstr>
      <vt:lpstr>PowerPoint 프레젠테이션</vt:lpstr>
      <vt:lpstr>File</vt:lpstr>
      <vt:lpstr>PowerPoint 프레젠테이션</vt:lpstr>
      <vt:lpstr>PowerPoint 프레젠테이션</vt:lpstr>
      <vt:lpstr>stream, buffer</vt:lpstr>
      <vt:lpstr>PowerPoint 프레젠테이션</vt:lpstr>
      <vt:lpstr>Database</vt:lpstr>
      <vt:lpstr>PowerPoint 프레젠테이션</vt:lpstr>
      <vt:lpstr>PowerPoint 프레젠테이션</vt:lpstr>
      <vt:lpstr>PowerPoint 프레젠테이션</vt:lpstr>
      <vt:lpstr>client - server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200</cp:revision>
  <dcterms:created xsi:type="dcterms:W3CDTF">2026-04-06T01:00:39Z</dcterms:created>
  <dcterms:modified xsi:type="dcterms:W3CDTF">2026-10-15T22:32:26Z</dcterms:modified>
  <cp:version/>
</cp:coreProperties>
</file>